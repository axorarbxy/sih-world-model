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74e5732aa849ff" /><Relationship Type="http://schemas.openxmlformats.org/officeDocument/2006/relationships/extended-properties" Target="/docProps/app.xml" Id="Rae97a41b32f649df" /><Relationship Type="http://schemas.openxmlformats.org/officeDocument/2006/relationships/officeDocument" Target="/ppt/presentation.xml" Id="Rb161d5965e4249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eca1c696754830"/>
  </p:sldMasterIdLst>
  <p:notesMasterIdLst>
    <p:notesMasterId xmlns:r="http://schemas.openxmlformats.org/officeDocument/2006/relationships" r:id="R709048445f524045"/>
  </p:notesMasterIdLst>
  <p:sldIdLst>
    <p:sldId xmlns:r="http://schemas.openxmlformats.org/officeDocument/2006/relationships" id="256" r:id="R1c593567b7c04188"/>
    <p:sldId xmlns:r="http://schemas.openxmlformats.org/officeDocument/2006/relationships" id="257" r:id="R574ee0f383464d8e"/>
    <p:sldId xmlns:r="http://schemas.openxmlformats.org/officeDocument/2006/relationships" id="258" r:id="R13f8124d7846460b"/>
    <p:sldId xmlns:r="http://schemas.openxmlformats.org/officeDocument/2006/relationships" id="259" r:id="R7baba5001ef141ac"/>
    <p:sldId xmlns:r="http://schemas.openxmlformats.org/officeDocument/2006/relationships" id="260" r:id="R78ede8f088fc49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1720ecc2d44c15" /><Relationship Type="http://schemas.openxmlformats.org/officeDocument/2006/relationships/slideMaster" Target="/ppt/slideMasters/slideMaster1.xml" Id="R2ceca1c696754830" /><Relationship Type="http://schemas.openxmlformats.org/officeDocument/2006/relationships/notesMaster" Target="/ppt/notesMasters/notesMaster1.xml" Id="R709048445f524045" /><Relationship Type="http://schemas.openxmlformats.org/officeDocument/2006/relationships/presProps" Target="/ppt/presProps.xml" Id="R77eade3207844832" /><Relationship Type="http://schemas.openxmlformats.org/officeDocument/2006/relationships/tableStyles" Target="/ppt/tableStyles.xml" Id="R6b6182b0958543dc" /><Relationship Type="http://schemas.openxmlformats.org/officeDocument/2006/relationships/slide" Target="/ppt/slides/slide1.xml" Id="R1c593567b7c04188" /><Relationship Type="http://schemas.openxmlformats.org/officeDocument/2006/relationships/slide" Target="/ppt/slides/slide2.xml" Id="R574ee0f383464d8e" /><Relationship Type="http://schemas.openxmlformats.org/officeDocument/2006/relationships/slide" Target="/ppt/slides/slide3.xml" Id="R13f8124d7846460b" /><Relationship Type="http://schemas.openxmlformats.org/officeDocument/2006/relationships/slide" Target="/ppt/slides/slide4.xml" Id="R7baba5001ef141ac" /><Relationship Type="http://schemas.openxmlformats.org/officeDocument/2006/relationships/slide" Target="/ppt/slides/slide5.xml" Id="R78ede8f088fc49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5dd996db6c47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fd8be5bf40453f" /><Relationship Type="http://schemas.openxmlformats.org/officeDocument/2006/relationships/notesMaster" Target="/ppt/notesMasters/notesMaster1.xml" Id="R4f177ae36e0c46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229a274578462b" /><Relationship Type="http://schemas.openxmlformats.org/officeDocument/2006/relationships/notesMaster" Target="/ppt/notesMasters/notesMaster1.xml" Id="Rf6596c73d4454b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1d4e4615af4b37" /><Relationship Type="http://schemas.openxmlformats.org/officeDocument/2006/relationships/notesMaster" Target="/ppt/notesMasters/notesMaster1.xml" Id="R6ed882952e264b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ebb97cc68d45f5" /><Relationship Type="http://schemas.openxmlformats.org/officeDocument/2006/relationships/notesMaster" Target="/ppt/notesMasters/notesMaster1.xml" Id="R7bb6b1b5ff1a42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810311ca214bb1" /><Relationship Type="http://schemas.openxmlformats.org/officeDocument/2006/relationships/notesMaster" Target="/ppt/notesMasters/notesMaster1.xml" Id="Rea5093487cb040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requirements brief and repository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requirements brief and repository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requirements brief and repository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requirements brief and repository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requirements brief and repository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dbfa46caa345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398dfc41054f6e" /><Relationship Type="http://schemas.openxmlformats.org/officeDocument/2006/relationships/slideLayout" Target="/ppt/slideLayouts/slideLayout1.xml" Id="R1a27bbde42364a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27bbde42364a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20badc24c47f5" /><Relationship Type="http://schemas.openxmlformats.org/officeDocument/2006/relationships/notesSlide" Target="/ppt/notesSlides/notesSlide1.xml" Id="Rcfbac0a867294e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7401652f14979" /><Relationship Type="http://schemas.openxmlformats.org/officeDocument/2006/relationships/notesSlide" Target="/ppt/notesSlides/notesSlide2.xml" Id="Rdb1766570e024b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752157707438c" /><Relationship Type="http://schemas.openxmlformats.org/officeDocument/2006/relationships/notesSlide" Target="/ppt/notesSlides/notesSlide3.xml" Id="R393a39359ae646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dd5d495aa44fb" /><Relationship Type="http://schemas.openxmlformats.org/officeDocument/2006/relationships/notesSlide" Target="/ppt/notesSlides/notesSlide4.xml" Id="Rb809187d81764f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2f486cdb04f4e" /><Relationship Type="http://schemas.openxmlformats.org/officeDocument/2006/relationships/notesSlide" Target="/ppt/notesSlides/notesSlide5.xml" Id="R141e1bb63d0a4e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2AD40-2E45-488A-A8A0-A356F932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SIH26153  NETWORK DIGITAL TWIN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2AFB1-2F60-4B4F-9535-68A18D4C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Predictive cyber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E51C4-83D6-499A-AF1A-27F3F9B0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Network telemetry becomes a sequence of five second states.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The model forecasts how the state changes before compromise reaches its final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The dashboard gives analysts a projected MITRE ATT&amp;CK path, evidence for each forecast point, and a tested mitigation recommendation.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E89EA-06D9-443A-A56E-38E05A8D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BA3B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A3BE"/>
                </a:solidFill>
                <a:latin typeface="Arial"/>
                <a:ea typeface="Arial"/>
                <a:cs typeface="Arial"/>
              </a:rPr>
              <a:t>Offline prototype for enterprise and critical infrastructure networks</a:t>
            </a:r>
          </a:p>
        </p:txBody>
      </p:sp>
    </p:spTree>
    <p:extLst>
      <p:ext uri="{BB962C8B-B14F-4D97-AF65-F5344CB8AC3E}">
        <p14:creationId xmlns:p14="http://schemas.microsoft.com/office/powerpoint/2010/main" val="414555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FE26F-B4BA-4DDC-9803-C8952FC2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SIH26153  NETWORK DIGITAL TWIN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F4C1F-4F11-4CBB-8C9C-842874B8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131A5-A2F8-43C2-97DC-FD04E4D1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Input</a:t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PCAP, PCAPNG, CIC IDS style CSV, or CTU style 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Processing</a:t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Scapy and Pandas create normalized traffic states. FastAPI serves upload, history, and WebSocket endpoints.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Inference</a:t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A GRU and temporal Transformer predict the next state vector. XGBoost maps states to MITRE ATT&amp;CK stages.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Decision support</a:t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React and Plotly show risk, stage progression, feature attribution, and counterfactual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0100E-D764-460D-A4F9-92500923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BA3B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A3BE"/>
                </a:solidFill>
                <a:latin typeface="Arial"/>
                <a:ea typeface="Arial"/>
                <a:cs typeface="Arial"/>
              </a:rPr>
              <a:t>Offline prototype for enterprise and critical infrastructure networks</a:t>
            </a:r>
          </a:p>
        </p:txBody>
      </p:sp>
    </p:spTree>
    <p:extLst>
      <p:ext uri="{BB962C8B-B14F-4D97-AF65-F5344CB8AC3E}">
        <p14:creationId xmlns:p14="http://schemas.microsoft.com/office/powerpoint/2010/main" val="592635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A1D91-295A-442D-99F0-9931EA6E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SIH26153  NETWORK DIGITAL TWIN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CD323-5D3C-4875-988B-4F47AAB1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World Model and Digital Twin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3FEC5-284B-4CB6-8A36-C6D93334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The World Model predicts state vectors rather than only a malicious or benign label. It rolls predictions forward for five future windows.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Future A lets the predicted trajectory continue.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Future B modifies the current state to represent a mitigation such as blocking SMB port 445.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The system compares projected exfiltration risk and recommends an action only when it lowers that risk.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19B5C-819A-45AA-9D29-5AAFCAE5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BA3B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A3BE"/>
                </a:solidFill>
                <a:latin typeface="Arial"/>
                <a:ea typeface="Arial"/>
                <a:cs typeface="Arial"/>
              </a:rPr>
              <a:t>Offline prototype for enterprise and critical infrastructure networks</a:t>
            </a:r>
          </a:p>
        </p:txBody>
      </p:sp>
    </p:spTree>
    <p:extLst>
      <p:ext uri="{BB962C8B-B14F-4D97-AF65-F5344CB8AC3E}">
        <p14:creationId xmlns:p14="http://schemas.microsoft.com/office/powerpoint/2010/main" val="310632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D85F0-A324-4C2F-A1B3-1F0264B9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SIH26153  NETWORK DIGITAL TWIN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66BB5-3727-4C33-AB42-45B0697F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Transparency and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38BB7-34B8-453E-B156-F1DA0C01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MITRE ATT&amp;CK heatmap</a:t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Shows the predicted progression through Reconnaissance, Initial Access, Lateral Movement, Command and Control, and Exfiltration.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Forecast drivers</a:t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Click a forecast point to inspect the feature attribution and attention context behind that prediction.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Adaptive Threat Genome</a:t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A hash chained signature records derived flow features. It excludes raw packet payloads and IP addresses.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4E836-88B3-466F-9A6F-8A61A27A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BA3B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A3BE"/>
                </a:solidFill>
                <a:latin typeface="Arial"/>
                <a:ea typeface="Arial"/>
                <a:cs typeface="Arial"/>
              </a:rPr>
              <a:t>Offline prototype for enterprise and critical infrastructure networks</a:t>
            </a:r>
          </a:p>
        </p:txBody>
      </p:sp>
    </p:spTree>
    <p:extLst>
      <p:ext uri="{BB962C8B-B14F-4D97-AF65-F5344CB8AC3E}">
        <p14:creationId xmlns:p14="http://schemas.microsoft.com/office/powerpoint/2010/main" val="1311267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0DE0B-A62D-40CA-AE74-A167A91D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SIH26153  NETWORK DIGITAL TWIN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43D3E-1A4B-4EDE-AFFE-821D9AB5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Evaluation and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42E3E-C559-404E-B626-A647C57F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Benchmark command</a:t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The repository reports precision, recall, F1 score, and false positive rate for logistic regression and a temporal context comparator. Synthetic output demonstrates the workflow. Reportable results require labelled CIC IDS 2018 or CTU 13 state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Deployment</a:t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The full stack runs on Windows with local dependencies. Docker Compose provides an optional reproducible deployment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Impact</a:t>
            </a:r>
          </a:p>
          <a:p xmlns:a="http://schemas.openxmlformats.org/drawingml/2006/main">
            <a:pPr>
              <a:defRPr sz="1575" b="0">
                <a:solidFill>
                  <a:srgbClr val="D9E5F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9E5F4"/>
                </a:solidFill>
                <a:latin typeface="Arial"/>
                <a:ea typeface="Arial"/>
                <a:cs typeface="Arial"/>
              </a:rPr>
              <a:t>Analysts receive a forecast, the evidence behind it, and a counterfactual mitigation test instead of an isolated alert.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77161-F7BD-4B1F-99B1-47F66534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BA3B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A3BE"/>
                </a:solidFill>
                <a:latin typeface="Arial"/>
                <a:ea typeface="Arial"/>
                <a:cs typeface="Arial"/>
              </a:rPr>
              <a:t>Offline prototype for enterprise and critical infrastructure networks</a:t>
            </a:r>
          </a:p>
        </p:txBody>
      </p:sp>
    </p:spTree>
    <p:extLst>
      <p:ext uri="{BB962C8B-B14F-4D97-AF65-F5344CB8AC3E}">
        <p14:creationId xmlns:p14="http://schemas.microsoft.com/office/powerpoint/2010/main" val="1297537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2026-09-12T20:23:38.9270000Z</dcterms:created>
  <dcterms:modified xsi:type="dcterms:W3CDTF">2026-09-12T20:23:38.9280000Z</dcterms:modified>
</coreProperties>
</file>